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v4.0 · 2026-09-05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团建与短时规划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18  总结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45%、高危夜行路段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难点：进程随时可能崩溃(kill -9)，怎么保证不丢进度、不重复执行？解法：原子写入(temp→fsync→os.replace→目录fsync)保证任何时刻文件要么旧版要么新版，绝不半份；checksum 校验失败回退快照；已落库任务幂等不重跑。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难点：Worker 崩了正在处理的消息怎么办？解法：Redis Streams consumer group + PEL(未确认消息清单) + XAUTOCLAIM(自动认领)，崩溃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难点：两个主管同时审批同一行程，怎么防重复？解法：Lua CAS 抢占(状态原子转换) + DB 条件更新兜底 + 会话租约锁(带 token 防误删)，锁降冲突、DB 兜底保正确。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难点：API 写入行程后立即入队，Worker 抢在 DB commit 前消费，报「行程不存在」。解法：入队前显式 await db.commit()。本地单进程永远发现不了，只有容器化多进程才暴露。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难点：怎么把「我香菜过敏」抽成结构化三元组并跨行程召回？解法：真实 LLM 抽取(不限过敏原白名单) + 三元组 upsert + 向量/图双路检索 + Redis 缓存(0.3ms)。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72383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9583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难点：主管改运行中状态，既不越权又不并发错乱？解法：HMAC 验签 + nonce 防重放 + SETNX 排他锁 + 三写一事务 + 节点入口应用补丁，干预成功率 100%。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27446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188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6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难点：第三方 API 各种坑(key 类型/参数格式/限流/编码)。解法(实践踩坑)：高德 key 需拼参数、百炼 json_object 需含 json 字、nginx 缓存旧 IP 致 502 需 DNS 动态解析、百炼 embedding batch 上限是 10 不是 16。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输入：用户需求(表单/语音/对话)。输出：结构化偏好(目的地/天数/预算/出行人明细/兴趣/成人关系)。技术：真实 LLM + JSON Schema 结构化输出，失败降级正则。附带记忆抽取沉淀过敏/偏好。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输入：偏好。输出：≥10 条调研任务(景点/公园/博物馆/酒店/餐厅/早餐/快餐/购物/交通)。技术：CoT 思维链拆解，内置调研维度降级，幂等(已拆过不重复)。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输入：任务列表。输出：高德真实 POI(名称/地址/评分/营业时间/图片) + 知识库检索结果。技术：ReAct 逐项调研 + 安全过滤 + 断点续传 + RAG 检索注入。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输入：真实 POI 列表。输出：风险标签(差评/强制购物/夜行等)。技术：规则引擎关键词打分，识别严重负面舆情供 HITL 触发。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输入：POI + 偏好 + 出发地。输出：每日行程(上午/下午/晚上 + 三餐) + 往返交通 + 路线。技术：高德路径规划 + 人群过滤 + 门票分档 + 兴趣排序 + 读取干预补丁。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输入：行程 + 天数。输出：分项预算(交通/住宿/门票/餐饮/其他) + 超支比例。技术：老人/儿童按年龄分档门票 + 虚拟房价，超预算 45% 触发审核。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输入：风险上下文(超预算/夜行/舆情)。输出：挂起人工审批。技术：不调 LLM，只做路由；主管抢占(Lua CAS)→通过续跑/驳回终止；审批超时 24h 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输入：全部前序输出。输出：完整报告(概览/天气/交通/每日行程/餐饮/酒店/预算/数据来源)。技术：Markdown 渲染 + RAG 生成「目的地深度解读」+ 真实完成时间。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超预算45%/高危夜行/严重舆情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document_chunks（30篇语料，513 chunk，Vector 768，含城市速览/景点/美食/政策/季节/交通/住宿/注意事项）。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API(7组)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 / 行程(含 chat 对话式 + from-template 模板 + duplicate 复制) / 审核 / 记忆(工单7) / 经典线路 / 智能问答 / 团建规划。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12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记忆图谱(可视化) / 系统说明 / 语音创建 / 对话式创建 / 经典线路 / 智能问答 / 团建规划。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出发地交通+票价 + 行程总览地图(高德，景点标记+按天分组+路线连线+切换) + 知识库检索(RAG) + 调研结果(真实POI)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四种创建方式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新建表单 + 语音创建(浏览器语音识别) + 对话式创建(AI 引导) + 经典线路模板(秒出)。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支持精确到小时（时长字段），半天/几小时团建式短途游，不住宿。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58 条测试集（覆盖 30 篇语料，含语义换问法）：Hit@5=100%、MRR=0.892（系统化评估，非口头宣称）。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规避单次上限。图记忆 embedding 从 JSONB 换 Vector(768)，MD5哈希假向量换真语义向量。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混合检索(R)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双路召回：① 向量(pgvector 余弦距离，擅长语义相似) ② BM25(词频-逆文档频率，擅长精确名词如「迪士尼」)。两路用 RRF(Reciprocal Rank Fusion) 融合排序，取长补短。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rerank 重排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召回 top-k 后用百炼 qwen3.7-text-rerank 精排；网关未开放时降级关键词打分（真实现已写好，自动切换）。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知识库规模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30 篇语料、513 个分块（全国地级市 353 城速览 + 7 类主题语料），全部 768 维真向量。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基于检索原文生成「目的地深度解读」(亮点/美食/老人儿童注意事项)，有据可查、带人群感知。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引用溯源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LLM 在每个具体信息后标注来源编号 [1][2]，报告末尾附「参考来源」对照表——内容来自知识库哪一篇一目了然。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检索质量评估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58 条测试集，计算 Hit@k/MRR：Hit@5=100%、MRR=0.892，系统化可复现，非口头宣称。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前端展示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行程详情「知识库检索」标签页展示检索命中的 chunk(相似度分+检索方式) + AI 解读(带溯源)；Agent 流程图中调研/编排/报告三节点标 RAG 标记。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21/23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团建规划与短时规划（独立模式）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团建规划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独立于旅游的模式，核心是「场地+活动+餐饮+人均预算」，不是景点/门票。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6 类团建类型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聚餐 / 桌游轰趴 / 烧烤 / 拓展 / 郊游 / 会议，每种预置场地+活动+餐饮模板。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输入与输出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输入：类型+人数+时长+预算；输出：推荐场地 + 活动项目 + 餐饮方案 + 时间安排 + 人均预算明细。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支持精确到小时（时长字段），半天/几小时短途游，不住宿，门票餐饮按小时折算。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与旅游的区别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旅游=景点调研+门票分档+住宿；团建=场地匹配+活动+聚餐分摊，两者业务模型完全不同。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22/23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5603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5603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6060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+ 团建/短时规划 全部落地。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089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546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5760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65760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703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20624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5196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2519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pgvector + 混合检索(BM25+向量) + 引用溯源 + 多轮对话 + 知识库(30篇/513 chunk，全国地级市353城) + 评估(Hit@5=100%) 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75488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75488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8006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800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旅游(4种创建方式) + 团建(6类) + 智能问答 + 经典线路模板 + 行程复制复用，覆盖旅行社全场景。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3035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035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3492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3492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8521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8521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978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897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 + 团建，八维完整。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23/23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
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文旅多 Agent 行程规划系统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基于 8 个 AI Agent 协作的文旅资源调研与个性化行程规划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—— 真实数据 · 断点续传 · 图记忆 · 运行态强干预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D0E4FF"/>
                </a:solidFill>
              </a:defRPr>
            </a:pPr>
            <a:r>
              <a:t>版本 v2.0  · 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  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一、项目背景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二、项目痛点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三、项目目标与需求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四、技术难点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五、项目亮点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六、系统架构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七、8 个 Agent 详解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八、核心技术实现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九、数据源与数据模型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十、API 与前端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十一、部署与启动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十二、完整流程演示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十三、测试与验收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十四、设计决策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十五、总结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一  项目背景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业务背景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传统文旅行业靠人工查资料 + Excel 排行程，一个行程从需求到方案需几小时到一整天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三大业务痛点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① 数据静态过时 ② 无风险拦截（差评景点/超预算/夜行） ③ 无容灾（崩溃即丢失）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技术背景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人工智能课程多 Agent 协同工单，分两期：多Agent-2（文旅规划）+ 工单7（图记忆+强干预）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工期约束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1 人独立完成，v1.0 共 7 人日 + 工单7 增量 3 人日，需做大量「最小增量、最大复用」取舍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二  项目痛点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痛点1：语义遗忘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用户第1次说「海鲜过敏」，两周后系统忘了，又推荐海鲜餐厅 —— 缺长期记忆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痛点2：状态不刷新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运行中某景点台风停运，系统不知道，仍按旧信息编排 —— 缺运行态纠偏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痛点3：长任务无容灾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8个Agent跑几分钟，中途崩溃全部丢失 —— 缺断点续传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痛点4：无风险拦截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人工排行程可能推荐差评景点/超预算20%/夜行路段 —— 缺HITL门控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痛点5：假数据假智能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早期用种子数据+Mock LLM，景点路线推理全是假的 —— 缺真实数据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三  项目目标与需求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一句话目标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把「人工排行程」改造成「AI 自动调研工厂」：输入一句需求，8个Agent自动完成调研、编排、预算、报告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8个Agent协同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偏好解析→任务拆解→网页调研→舆情评估→日程编排→预算计算→人工审核→报告生成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断点续传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planning-with-files，全程持久化 travel_plan.md，崩溃5秒内恢复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HITL人机协作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超预算20%/高危夜行/严重舆情 → 挂起人工审核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图记忆(工单7)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跨行程沉淀知识图谱，修复语义遗忘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运行态强干预(工单7)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主管带验签修改运行中状态，修复状态不刷新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性能红线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QPS≥200 / P95&lt;300ms / 错误率&lt;0.1% / 检索&lt;150ms / 干预成功率100%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四  技术难点（7 个）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断点续传正确性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原子写入(temp+fsync+replace) + checksum + 快照回退 + 幂等恢复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异步队列崩溃接管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Redis Streams consumer group + PEL + XAUTOCLAIM 自认领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审核并发防重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Lua CAS 抢占 + DB 条件更新兜底 + 会话租约锁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写入-入队竞态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先 commit 再入队，否则 Worker 抢跑报「行程不存在」（容器化才暴露）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图记忆抽取检索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真实LLM抽取任意过敏原 + 向量/图双路检索 + 缓存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强干预安全原子性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HMAC验签 + nonce防重放 + SETNX锁 + 三写一事务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真实数据接入的坑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高德key没拼参数/百炼json_object需含json字/nigx缓存旧IP致502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五  项目亮点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全链路真实数据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高德(景点/路线/天气/营业时间/评分/图片) + 百炼LLM(8Agent+记忆) + 虚拟房价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完整行程规划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每日三餐餐饮推荐 + 景点图片(可放大) + 营业时间 + 出发/返程日期自动算天数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规划文件即大脑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travel_plan.md 既是可解释看板，又是断点载体（Manus-style）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性能大幅超标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QPS 1109(5.5x)、P95 35ms(快8x)、检索0.3ms(快500x)、干预100%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工程细节扎实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原子写+checksum+快照、Lua CAS+DB兜底、防抖+幂等+超时+心跳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容器化暴露真bug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写入-入队竞态、nginx 502 均被真实部署发现并根治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工单7全量落地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图记忆+强干预，数据模型/引擎/API/前端/测试/文档完整闭环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精致前端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真实风景壁纸 + 状态看板友好化(进度条+步骤卡片)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六  系统架构（6 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前端层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React 18 + TS + AntD，6页面，WebSocket实时推送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API网关层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FastAPI + JWT/RBAC + 统一错误码 + HMAC验签（不执行长任务）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业务服务层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高德/原子写/锁/队列/恢复/安全 等可复用逻辑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Agent编排层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LangGraph StateGraph + 8节点DAG + 条件边 + 记忆/干预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数据层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PostgreSQL(10表权威) + Redis(Streams/锁/缓存) + 文件(断点恢复源)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外部数据源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高德地图(地理编码/POI/路径/天气/营业时间/图片) + 阿里云百炼LLM(qwen3.7-flash)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七  8 个 Agent 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① Intake 偏好解析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解析需求→结构化偏好(目的地/天数/预算/过敏)，真实LLM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② Planner 任务拆解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CoT拆解≥8条调研任务(景点/酒店/餐饮/交通/购物)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③ Web Research 调研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高德POI搜索真实景点/酒店，ReAct+安全过滤+断点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④ Sentiment 舆情评估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对真实POI做风险识别，规则引擎打分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⑤ Itinerary 日程编排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按天编排+高德路径规划真实路线，读取干预补丁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⑥ Budget 预算计算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分项汇总+虚拟房价，判断超预算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⑦ Human Review 审核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风险场景挂起路由人工审批，不调LLM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⑧ Report 报告生成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汇总生成报告(天气+路线+行程+酒店+预算)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八  核心技术实现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断点续传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temp→fsync→os.replace→目录fsync，任何时刻崩溃文件要么旧版要么新版，绝无半份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五状态机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planning→running→suspended→completed + recovering/failed/cancelled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HITL门控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超预算20%/夜行/舆情→挂起→主管抢占(Lua CAS)→通过续跑/驳回终止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LLM抽取三元组→upsert→向量+图双路检索→Redis缓存(0.3ms)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强干预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HMAC验签→nonce防重放→SETNX锁→三写一事务→节点入口应用补丁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安全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JWT+RBAC + 注入检测 + 内容过滤 + 工具白名单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九  数据源与数据模型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高德地图(1 key 6能力)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地理编码/POI搜索/路径规划/天气/营业时间/景点图片，全真实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阿里云百炼 LLM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qwen3.7-flash，8 Agent 推理 + 记忆抽取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虚拟房价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真实酒店POI名 + 城市等级分档估算价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业务表(6张)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users/travel_plans/agent_tasks/review_records/budget_records/audit_logs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图记忆表(4张)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graph_nodes/graph_edges/memory_events/interventions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密钥安全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.env 注入，.gitignore 忽略，不入 git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  API 与前端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API(5组20+接口)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认证/行程/审核/记忆(工单7)/运维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记忆接口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intervene(干预)/rollback(回滚)/graph(子图)/search(检索)/interventions(历史)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前端6页面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登录注册/工作台/行程列表/行程详情/审核台/记忆图谱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行程详情亮点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景点图片(可放大) + 三餐餐饮 + 营业时间 + 日期 + 状态看板友好化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审核台亮点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表格内直出按钮(抢占/通过/驳回)，无隐藏抽屉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记忆图谱亮点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实体卡片 + 检索 + 干预弹窗 + 干预历史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视觉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登录页真实风景壁纸 + 内容区图片背景 + 卡片圆角阴影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十一  部署与启动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一键启动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双击 一键启动.bat → 自动构建+启动+打开浏览器；一键关闭.bat 停止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7个Docker服务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api/worker/frontend/postgres/redis/prometheus/grafana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访问地址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前端8080 / API文档8001 / Grafana 3002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演示账号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advisor_demo(顾问) / supervisor_demo(主管)，密码wenlv123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端口避让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因本机常见端口占用，统一改8080/8001/6380/5433/9091/3002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nginx根治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Docker DNS动态解析，api重建不502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十二  完整流程演示（5 场景）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场景A 正常生成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提交「3天杭州游」→8Agent执行→报告含天气+路线+行程+酒店+预算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场景B 崩溃恢复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跑到第6页kill -9→重启→从第7页续跑，前6页不重复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场景C 注入拦截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第7页含「忽略之前指令」→拦截→标记blocked→写审计日志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场景D 人工审核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超预算/夜行/舆情→挂起→主管抢占→通过→续跑出报告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场景E 图记忆+干预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行程1说「海鲜过敏」→行程2自动避开 + 主管干预「台风停运」→自动剔除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十三  测试与验收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压测结果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QPS 1109(≥200✅5.5x) / P95 35.4ms(&lt;300✅快8x) / 错误率0%(&lt;0.1%✅)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工单7红线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检索P95 0.3ms(&lt;150✅快500x) / 干预成功率100%(=100%✅)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单元测试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8个用例全绿(test_memory_intervention.py)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联调脚本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e2e_check / recovery_test / simulate_conversation(15轮) / concurrent(50并发)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竞态审计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50并发干预零丢失更新，版本链完整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十四  设计决策（关键取舍）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编排框架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LangGraph（工单首选，7人日不允许自研图引擎）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队列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Redis Streams（PEL原生断点，比Celery轻）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LLM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抽象Provider，Mock→真实切换（压测不烧钱，演示切真模型）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图存储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PostgreSQL应用层向量（不引Neo4j/pgvector，单机原则）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记忆引擎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自研轻量Mem0风格（3人日不允许消化外部框架黑盒）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HMAC+nonce+三写事务（工单红线：安全验签）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十五  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完成度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原始需求(多Agent-2) + 工单7(图记忆+强干预) 全部落地，验收级完整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数据真实性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全链路真实数据（高德+百炼），无假数据假智能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性能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四项指标全部达标且大幅超标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工程价值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从零到可交付：架构→开发→容器化→压测→文档→git版本管理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核心能力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断点续传 + HITL + 图记忆 + 强干预 + 安全，五维完整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
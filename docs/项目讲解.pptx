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9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i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000" b="0">
                <a:solidFill>
                  <a:srgbClr val="D0E4FF"/>
                </a:solidFill>
                <a:latin typeface="微软雅黑"/>
                <a:ea typeface="微软雅黑"/>
              </a:rPr>
              <a:t>基于 8 个 AI Agent 协作的文旅资源调研与个性化行程规划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B0D0F0"/>
                </a:solidFill>
                <a:latin typeface="微软雅黑"/>
                <a:ea typeface="微软雅黑"/>
              </a:rPr>
              <a:t>真实数据 · 断点续传 · 图记忆 · 运行态强干预 · HITL 人工审核 · 人群适配 · RAG 检索增强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0B0D0"/>
                </a:solidFill>
                <a:latin typeface="微软雅黑"/>
                <a:ea typeface="微软雅黑"/>
              </a:rPr>
              <a:t>版本 v3.1 · 2026-09-03 · 1 人独立完成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01  项目背景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214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02  项目痛点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883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03  项目目标与需求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55263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04  技术难点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05  项目亮点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06  系统架构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56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07  8 个 Agent 详解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229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08  核心技术实现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8990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09  数据源与数据模型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10  API 与前端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214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11  部署与启动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6883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12  完整流程演示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55263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13  测试与验收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14  设计决策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891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15  个性化人群适配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56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16  RAG 检索增强生成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5229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17  总结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一、项目背景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业务背景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传统文旅靠人工查资料 + Excel 排行程，一个行程从需求到方案需几小时到一整天：手动搜景点、查口碑、排行程、算预算、查风险。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三大业务痛点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数据静态过时（查到的信息可能已过期）② 无风险拦截（可能推荐差评景点/超预算/夜行路段）③ 无容灾（查到一半崩溃全丢）。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技术背景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人工智能课程「多 Agent 协同」工单任务，分两期：多Agent-2（文旅规划主体）+ 工单7（图记忆与运行态强干预叠加）。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工期约束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1 人独立完成，v1.0 共 7 人日 + 工单7 增量 3 人日，需做大量「最小增量、最大复用」的取舍决策。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3/19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二、项目痛点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痛点1：语义遗忘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用户第 1 次说「海鲜严重过敏」被记住，两周后再规划，系统忘了又推荐海鲜 —— 缺长期记忆（工单7 点名痛点）。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痛点2：状态不刷新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运行中某景点「台风停运」，系统不知道仍按旧信息编排 —— 缺运行态纠偏能力。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痛点3：长任务无容灾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8 个 Agent 跑几分钟，中途进程崩溃，前面工作全丢 —— 缺断点续传。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痛点4：无风险拦截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人工排行程可能推荐差评景点、超预算 45%、高危夜行路段 —— 缺 HITL 人机门控。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痛点5：假数据假智能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早期用写死种子数据 + Mock LLM，景点路线推理全是假的 —— 缺真实数据接入。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痛点6：无人群适配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不管老人还是儿童，行程千篇一律：老人被推荐去滑雪、儿童去酒吧、早餐排火锅、门票不按年龄分档。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痛点7：知识不沉淀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景区政策/地方美食靠写死代码或 LLM 记忆，改起来要改代码、会编造会过时 —— 缺 RAG 检索增强。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4/19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三、项目目标与需求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一句话目标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把「人工排行程」改造成「AI 自动调研工厂」：输入一句自然语言，8 个 AI Agent 自动完成调研、编排、预算、报告。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核心功能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8 Agent 协同编排 ② planning-with-files 断点续传 ③ 五状态机+原子写入 ④ HITL 人工审核 ⑤ 安全（内容过滤+防注入）。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工单7叠加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共享图记忆（跨行程沉淀知识图谱，修复语义遗忘）② 运行态强干预（主管带验签修改运行中状态）。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人群个性化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老人/儿童门票按年龄分档 + 交通购票按年龄分档 + 成人关系 + 儿童/老人景点过滤 + 兴趣标签推荐。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RAG 检索增强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pgvector + 百炼 embedding + 文旅知识库（6类语料）+ AI 目的地解读。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性能红线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QPS≥200 / P95&lt;300ms / 错误率&lt;0.1% / 检索&lt;150ms / 干预成功率=100%。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5/19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四、技术难点（7 个）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断点续传正确性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原子写入(temp+fsync+replace)+checksum 校验+快照回退+幂等恢复，保证任何时刻崩溃不丢进度、不重复执行。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异步队列崩溃接管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Redis Streams consumer group + PEL + XAUTOCLAIM，崩溃 worker 的未确认消息自动转给存活 worker。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审核并发防重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Lua CAS 抢占 + DB 条件更新兜底 + 会话租约锁，锁降冲突、DB 条件更新保正确。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写入-入队竞态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先 commit 再入队，否则 Worker 抢跑报「行程不存在」—— 容器化多进程才暴露的坑。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图记忆抽取检索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 LLM 抽取任意过敏原（不限白名单）+ 向量/图双路检索 + 缓存。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强干预安全原子性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 验签 + nonce 防重放 + SETNX 锁 + 三写一事务。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真实数据接入的坑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 key 未拼参数/百炼 json_object 需含 json 字/nginx 缓存旧 IP 致 502，均被真实部署暴露并修复。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6/19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五、项目亮点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全链路真实数据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高德(景点/路线/天气/营业时间/评分/图片) + 百炼LLM(qwen3.7-flash)，无假数据假智能。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人群个性化适配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老人按年龄分档门票 + 成人关系(情侣/家庭等) + 儿童/老人景点过滤 + 兴趣标签推荐 + 餐饮三餐规范(早餐不吃正餐、三餐不重复)。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完整行程规划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每日三餐餐饮 + 景点图片(可放大) + 营业时间 + 门票/人均价 + 真实完成时间 + 出发/返程日期自动算天数。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性能大幅超标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QPS 1109(5.5x)、P95 35ms(快8x)、检索0.3ms(快500x)、干预成功率100%，单行程约18秒。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工程细节扎实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原子写+checksum+快照、Lua CAS+DB兜底、防抖+幂等+超时+心跳、密钥安全注入。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工单7全量落地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图记忆+强干预，数据模型/引擎/API/前端/测试/文档完整闭环。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多角色+多语言+可编辑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游客/顾问/主管三角色 RBAC + 11国语言切换 + 手动编辑/删除行程。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精致前端视觉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真实风景壁纸 + 状态看板友好化(进度条+步骤卡片) + 品牌名山海行。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7/19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六、系统架构（6 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React 18 + TypeScript + AntD，6 个页面（登录/工作台/行程列表/详情/审核台/记忆图谱），WebSocket 实时推送。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API 网关层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FastAPI + JWT/RBAC + 统一错误码 + HMAC 验签，只做入队/查询，不执行长任务。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业务服务层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高德服务、原子写、分布式锁、队列、恢复、安全过滤等可复用逻辑。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Agent 编排层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LangGraph StateGraph + 8 节点 DAG + 条件边 + 记忆抽取 + 干预补丁读取。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数据层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PostgreSQL(pgvector,11表权威) + Redis(Streams/锁/缓存) + 文件(断点恢复源) + 知识库向量。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外部数据源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高德地图(地理编码/POI/路径/天气/图片) + 百炼 LLM(qwen3.7-flash) + Embedding(text-embedding-v3)。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8/19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七、8 个 Agent 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① Intake 偏好解析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输入需求→结构化偏好(目的地/天数/预算/成人关系/老人年龄性别明细/兴趣)，真实 LLM 解析 + 记忆抽取。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② Planner 任务拆解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CoT 拆解调研任务(景点/公园/博物馆/酒店/餐厅/早餐/快餐/购物/交通)，真实 LLM。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③ Web Research 调研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逐项调高德 POI 搜索真实景点/酒店/餐厅，ReAct + 安全过滤 + 断点。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④ Sentiment 舆情评估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对真实 POI 做风险识别，规则引擎打分。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⑤ Itinerary 日程编排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按天编排 + 高德路径规划 + 三餐餐饮(早餐不吃正餐) + 人群过滤/兴趣排序 + 读取干预补丁。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⑥ Budget 预算计算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分项汇总 + 老人按年龄分档门票 + 虚拟房价，判断超预算。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⑦ Human Review 审核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风险场景挂起路由人工审批，不调 LLM。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⑧ Report 报告生成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汇总生成报告(天气+路线+行程+餐饮+酒店+预算)。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9/19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八、核心技术实现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断点续传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temp→fsync→os.replace→目录fsync，任何时刻崩溃文件要么旧版要么新版，绝无半份；checksum 校验失败回退快照。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五状态机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planning→running→suspended→completed + recovering/failed/cancelled，终态禁止再跑图。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HITL 门控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超预算45%/高危夜行/严重舆情 → 挂起 → 主管抢占(Lua CAS) → 通过续跑/驳回终止；审批超时24h自动驳回。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LLM抽取三元组→upsert→向量+图双路检索→Redis缓存(0.3ms)，支持任意过敏原(香菜/花粉/青霉素)。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HMAC验签→nonce防重放→SETNX锁→三写一事务→节点入口应用补丁，干预成功率100%。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城市规范化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 geocode 把「河北沧州」规范为「沧州」，修复 POI 搜索误搜到省一级。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JWT+RBAC(游客/顾问/主管) + 注入检测 + 内容过滤 + 工具白名单。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10/19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九、数据源与数据模型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高德地图(1 key 6能力)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地理编码/POI搜索/路径规划/天气/营业时间/景点图片，全真实数据。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阿里云百炼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qwen3.7-flash，出发地/目的地解析 + 交通票价估算 + 记忆抽取 + RAG 生成（Mock 可切真实）。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百炼 Embedding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text-embedding-v3（768 维，OpenAI 兼容），语义向量化（图记忆 + 知识库）。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虚拟房价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真实酒店 POI 名 + 城市等级分档估算价（一线/二线/其他三档）。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虚拟门票/人均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景点门票按年龄分档（老人60-64半价/65+免首道、儿童6岁以下免/6-18半价）+ 餐厅人均参考价。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业务表(6张)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users / travel_plans / agent_tasks / review_records / budget_records / audit_logs。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图记忆表(4张)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graph_nodes / graph_edges / memory_events / interventions。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知识库表(1张)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document_chunks（6类语料，38 chunk，Vector 768）。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11/19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十、API 与前端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API(5组20+接口)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认证(register含角色/login) / 行程(create/list/detail/status/agents/plan-file/report/cancel/delete/PATCH itinerary) / 审核 / 记忆(工单7) / 运维。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记忆接口(工单7)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intervene(强干预) / rollback(回滚) / graph(子图) / search(检索) / interventions(历史)。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 8 页面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登录注册 / 工作台 / 行程列表 / 行程详情 / 审核台 / 记忆图谱 / 语音创建 / 对话式创建。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行程详情亮点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出发地交通方式+票价 + 调研结果(真实POI) + 景点图片(可放大) + 三餐餐饮 + 门票按年龄分档 + 优待备注 + 编辑行程。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创建表单亮点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成人关系 + 老人信息(年龄+性别+状态) + 儿童信息(年龄+身高+占座) + 学生学历 + 购票/酒店方式。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多种创建方式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语音创建(浏览器原生语音识别) + 对话式创建(AI 主动引导，像 DeepSeek 一样聊天)。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12/19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十一、部署与启动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一键启动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双击 一键启动.bat → 自动构建+启动+打开浏览器；一键关闭.bat 停止；数据保留在 Docker 卷。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7 个 Docker 服务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api / worker / frontend / postgres / redis / prometheus / grafana。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访问地址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前端 8080 / API 文档 8001 / Grafana 3002。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演示账号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advisor_demo(顾问) / supervisor_demo(主管)，密码 wenlv123；注册可自选游客/顾问身份。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多国语言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左下角切换 11 种语言（中/英/日/韩/法/德/西/俄/葡/意/阿）。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nginx 根治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Docker DNS 动态解析，api 容器重建不 502。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13/19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十二、完整流程演示（5 场景）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场景A 正常生成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提交「3天杭州游」→ 8 Agent 执行(真实LLM+高德) → 报告含天气+路线+行程+餐饮+酒店+预算。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场景B 崩溃恢复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Web Research 跑到第6页 kill -9 → 重启 → 从第7页续跑，前6页不重复请求。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场景C 注入拦截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第7页含「忽略之前指令」对抗样本 → 拦截 → 标记 blocked → 写审计日志。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场景D 人工审核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超预算/夜行/舆情 → 挂起 → 主管抢占 → 通过 → 续跑出报告。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场景E 图记忆+干预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行程1说「海鲜过敏」→ 行程2自动避开；主管干预「台风停运」→ 运行中自动剔除。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场景F 人群适配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带65岁老人+5岁儿童 → 老人门票免首道、儿童免票；剔除滑雪/酒吧；早餐吃地方特色早餐。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场景G RAG增强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检索知识库(门票政策+云南美食) → 报告生成「目的地深度解读」，有据可查、带人群感知。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14/19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十三、测试与验收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压测结果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QPS 1109(≥200 ✅ 5.5x) / P95 35.4ms(&lt;300 ✅ 快8x) / 错误率 0%(&lt;0.1% ✅)。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工单7 红线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检索 P95 0.3ms(&lt;150 ✅ 快500x) / 干预成功率 100%(=100% ✅)。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单元测试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8 个用例全绿(test_memory_intervention.py：三元组抽取/验签/embedding)。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联调脚本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e2e_check / recovery_test / simulate_conversation(15轮) / concurrent(50并发) / verify_retrieve_latency。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竞态审计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50 并发干预零丢失更新(Lost Update=0)，版本链完整可回放。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RAG 检索验证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老人门票政策 0.83 / 早餐吃什么 0.69 / 儿童高铁买票 0.83 / 海鲜过敏 0.67。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15/19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十四、设计决策（关键取舍）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编排框架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LangGraph（工单首选，7人日不允许自研图引擎）。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Redis Streams（PEL 原生断点，比 Celery 轻）。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抽象 Provider，Mock→真实切换（压测不烧钱，演示切真模型）。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PostgreSQL + pgvector（不引 Neo4j，单机原则）。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Embedding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百炼 text-embedding-v3（768 维，复用现有 key，OpenAI 兼容）。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记忆引擎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自研轻量 Mem0 风格（3人日不允许消化外部框架黑盒）。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 + nonce + 三写事务（工单红线：安全验签）。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16/19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十五、个性化人群适配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老人门票分档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按年龄：60 以下全价 / 60-64 半价 / 65+ 免首道大门票（国有A级景区规则），只免首道门票，观光车/索道/演出另计。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儿童门票分档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6周岁以下或身高1.2米以下免首道大门票（二选一）、6-18半价；只免首道，民营景区以公示为准。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交通购票分档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高铁(6岁以下免票不占座/6-14半价/14+全价)；飞机(婴儿票10%/儿童5折/12+成人)；学生票仅限家校往返。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人群信息表单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成人关系 + 老人(年龄+性别+状态) + 儿童(年龄+身高+占座) + 学生(学历) + 购票/酒店方式。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人群过滤+兴趣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有老人剔除滑雪/登山/雪山；有儿童剔除酒吧/夜店；兴趣标签+亲子/老人友好加权排序。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餐饮三餐规范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早餐只吃早餐类(不吃火锅/烤鸭)；早餐/快餐专门调研；三餐跨天不重复。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17/19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十六、RAG 检索增强生成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技术底座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pgvector(PostgreSQL扩展) + 百炼 text-embedding-v3(768维) + OpenAI 兼容 /embeddings，batch=10 规避单次上限。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场景A 个人记忆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图记忆 embedding 从 JSONB 换 Vector(768)，MD5哈希假向量换真语义向量，「海鲜过敏」能召回「对虾过敏」。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场景B 文旅知识库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document_chunks 表存 6 类语料(景点攻略/地方美食/景区政策/四季玩法/交通贴士/住宿贴士)，38 个分块。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检索(R)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search_kb() 用 pgvector 余弦距离召回 top-k 原文 chunk；web_research + itinerary 两节点注入。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生成(G)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report 节点 _generate_rag_insights() 让 LLM 基于原文生成「目的地深度解读」，有据可查、带人群感知。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降级安全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非 real 模式或检索为空或 LLM 失败时返回 None，报告照常出（只少一节），不阻塞主流程。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18/19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228600" cy="14630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3000" b="1">
                <a:solidFill>
                  <a:srgbClr val="1F2D3D"/>
                </a:solidFill>
                <a:latin typeface="微软雅黑"/>
                <a:ea typeface="微软雅黑"/>
              </a:rP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5176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651760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706624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完成度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70662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原始需求(多Agent-2) + 工单7(图记忆+强干预) + 人群适配 + RAG 检索增强 全部落地，验收级完整。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73552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273552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328416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数据真实性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328416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全链路真实数据（高德+百炼 LLM+Embedding），无假数据假智能。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95344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895344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95020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个性化能力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9502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老人/儿童门票按年龄分档 + 交通购票分档 + 人群过滤 + 兴趣推荐 + 餐饮规范。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517136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5720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RAG 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5720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pgvector + 语义向量 + 文旅知识库 + AI 目的地解读，检索增强生成完整闭环。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138928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5138928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性能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19379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四项指标全部达标且大幅超标（QPS 5.5x / 检索快500x）。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60720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815584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核心能力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581558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断点续传 + HITL + 图记忆 + 强干预 + 安全 + 人群适配 + RAG，七维完整。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19/19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
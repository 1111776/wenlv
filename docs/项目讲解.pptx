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人群个性化适配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v3.0 · 2026-09-02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20%、高危夜行路段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老人按年龄分档门票（60-64半价/65+免首道大门票）+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四、技术难点（7 个）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原子写入(temp+fsync+replace)+checksum 校验+快照回退+幂等恢复，保证任何时刻崩溃不丢进度、不重复执行。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 consumer group + PEL + XAUTOCLAIM，崩溃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Lua CAS 抢占 + DB 条件更新兜底 + 会话租约锁，锁降冲突、DB 条件更新保正确。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先 commit 再入队，否则 Worker 抢跑报「行程不存在」—— 容器化多进程才暴露的坑。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 LLM 抽取任意过敏原（不限白名单）+ 向量/图双路检索 + 缓存。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验签 + nonce 防重放 + SETNX 锁 + 三写一事务。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key 未拼参数/百炼 json_object 需含 json 字/nginx 缓存旧 IP 致 502，均被真实部署暴露并修复。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PostgreSQL(10表权威) + Redis(Streams/锁/缓存) + 文件(断点恢复源)。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高德地图(地理编码/POI/路径/天气/营业时间/图片) + 阿里云百炼 LLM。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输入需求→结构化偏好(目的地/天数/预算/成人关系/老人年龄性别明细/兴趣)，真实 LLM 解析 + 记忆抽取。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CoT 拆解调研任务(景点/公园/博物馆/酒店/餐厅/早餐/快餐/购物/交通)，真实 LLM。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逐项调高德 POI 搜索真实景点/酒店/餐厅，ReAct + 安全过滤 + 断点。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对真实 POI 做风险识别，规则引擎打分。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按天编排 + 高德路径规划 + 三餐餐饮(早餐不吃正餐) + 人群过滤/兴趣排序 + 读取干预补丁。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分项汇总 + 老人按年龄分档门票 + 虚拟房价，判断超预算。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风险场景挂起路由人工审批，不调 LLM。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汇总生成报告(天气+路线+行程+餐饮+酒店+预算)。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超预算20%/高危夜行/严重舆情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景点门票按年龄分档（老人60-64半价/65+免首道）+ 餐厅人均参考价。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密钥安全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.env 注入 + .gitignore 忽略，真实 key 不入 git。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认证(register含角色/login) / 行程(create/list/detail/status/agents/plan-file/report/cancel/delete/PATCH itinerary) / 审核 / 记忆(工单7) / 运维。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6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出发地交通方式+票价 + 景点图片(可放大) + 三餐餐饮 + 门票按年龄分档 + 营业时间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创建表单亮点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成人关系(情侣/单身/未婚/已婚/家庭/朋友/同事) + 老人信息(年龄+性别可多个) + 兴趣自由填。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 应用层向量（不引 Neo4j/pgvector，单机原则）。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十五、个性化人群适配（本期新增）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老人信息表单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创建页可逐位填写老人年龄+性别（可多个），门票按每人年龄独立计算，报告逐人展示。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成人关系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创建页新增成人关系：情侣/单身/未婚/已婚/家庭/朋友/同事，随行程一起存储。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儿童/老人景点过滤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有老人剔除滑雪/漂流/登山/雪山等高强度项目；有儿童剔除酒吧/夜店/KTV；家庭模式剔除网吧/足浴等夜生活。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景点友好排序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兴趣标签匹配 + 亲子/老人友好加权：有儿童优先乐园/动物园，有老人优先公园/博物馆/古镇。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早餐只吃早餐类(包子/粥/豆浆/馄饨等)，无早餐店留空绝不硬塞正餐；早餐/快餐专门调研；三餐跨天不重复。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0515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834640"/>
            <a:ext cx="73152" cy="56692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8986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89864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人群个性化适配 全部落地，验收级完整。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93008"/>
            <a:ext cx="10515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493008"/>
            <a:ext cx="73152" cy="56692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557016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5570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51376"/>
            <a:ext cx="10515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151376"/>
            <a:ext cx="73152" cy="56692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153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21538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儿童/老人景点过滤 + 兴趣推荐 + 餐饮三餐规范。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809744"/>
            <a:ext cx="10515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809744"/>
            <a:ext cx="73152" cy="56692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7375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87375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468112"/>
            <a:ext cx="10515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468112"/>
            <a:ext cx="73152" cy="56692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5321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5321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人群适配，六维完整。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